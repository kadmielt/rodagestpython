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906000" cy="6858000" type="screen4x3"/>
  <p:notesSz cx="9926638" cy="6797675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pt-BR" sz="1800" b="0" i="0">
        <a:solidFill>
          <a:schemeClr val="dk1"/>
        </a:solidFill>
        <a:latin typeface="Arial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pt-BR" sz="1800" b="0" i="0">
        <a:solidFill>
          <a:schemeClr val="dk1"/>
        </a:solidFill>
        <a:latin typeface="Arial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pt-BR" sz="1800" b="0" i="0">
        <a:solidFill>
          <a:schemeClr val="dk1"/>
        </a:solidFill>
        <a:latin typeface="Arial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pt-BR" sz="1800" b="0" i="0">
        <a:solidFill>
          <a:schemeClr val="dk1"/>
        </a:solidFill>
        <a:latin typeface="Arial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pt-BR" sz="1800" b="0" i="0">
        <a:solidFill>
          <a:schemeClr val="dk1"/>
        </a:solidFill>
        <a:latin typeface="Arial"/>
      </a:defRPr>
    </a:lvl5pPr>
    <a:lvl6pPr>
      <a:defRPr lang="pt-BR" sz="1800"/>
    </a:lvl6pPr>
    <a:lvl7pPr>
      <a:defRPr lang="pt-BR" sz="1800"/>
    </a:lvl7pPr>
    <a:lvl8pPr>
      <a:defRPr lang="pt-BR" sz="1800"/>
    </a:lvl8pPr>
    <a:lvl9pPr>
      <a:defRPr lang="pt-BR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97264" name="Espaço Reservado para Cabeçalho 1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4302125" cy="341311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295883803" name="Espaço Reservado para Data 2"/>
          <p:cNvSpPr>
            <a:spLocks noChangeShapeType="1" noGrp="1"/>
          </p:cNvSpPr>
          <p:nvPr>
            <p:ph type="dt" idx="1"/>
          </p:nvPr>
        </p:nvSpPr>
        <p:spPr bwMode="auto">
          <a:xfrm>
            <a:off x="5622924" y="0"/>
            <a:ext cx="4302125" cy="341311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859662278" name="Espaço Reservado para Imagem de Slide 3"/>
          <p:cNvSpPr>
            <a:spLocks noChangeShapeType="1" noGrp="1"/>
          </p:cNvSpPr>
          <p:nvPr>
            <p:ph type="sldImg" idx="2"/>
          </p:nvPr>
        </p:nvSpPr>
        <p:spPr bwMode="auto">
          <a:xfrm>
            <a:off x="3306762" y="849312"/>
            <a:ext cx="3313112" cy="2293937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12552502" name="Espaço Reservado para Anotações 4"/>
          <p:cNvSpPr>
            <a:spLocks noChangeShapeType="1" noGrp="1"/>
          </p:cNvSpPr>
          <p:nvPr>
            <p:ph type="body" idx="3"/>
          </p:nvPr>
        </p:nvSpPr>
        <p:spPr bwMode="auto">
          <a:xfrm>
            <a:off x="992187" y="3271836"/>
            <a:ext cx="7942262" cy="2676525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Clique para editar o texto mestre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Segundo nível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Terceiro nível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Quarto nível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Quinto nível</a:t>
            </a:r>
            <a:endParaRPr/>
          </a:p>
        </p:txBody>
      </p:sp>
      <p:sp>
        <p:nvSpPr>
          <p:cNvPr id="1082735199" name="Espaço Reservado para Rodapé 5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6456362"/>
            <a:ext cx="4302125" cy="341311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127869473" name="Espaço Reservado para Número de Slide 6"/>
          <p:cNvSpPr>
            <a:spLocks noChangeShapeType="1" noGrp="1"/>
          </p:cNvSpPr>
          <p:nvPr>
            <p:ph type="sldNum" idx="5"/>
          </p:nvPr>
        </p:nvSpPr>
        <p:spPr bwMode="auto">
          <a:xfrm>
            <a:off x="5622924" y="6456362"/>
            <a:ext cx="4302125" cy="341311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681ECA-1FB8-95D9-DFE5-5C6FD9CB64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ABF4F3-34A6-0BCE-427E-B57E8F2E76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55961A-376A-8574-D140-116545AC2A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ABF6E-FEDF-313E-F329-543050E35F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9D68C-7245-8820-0C09-51C9677739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F9BD6C-09BA-74C1-9273-E130D23811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086104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95300" y="274637"/>
            <a:ext cx="89154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BR"/>
              <a:t>Clique para editar o estilo do título mestre</a:t>
            </a:r>
            <a:endParaRPr/>
          </a:p>
        </p:txBody>
      </p:sp>
      <p:sp>
        <p:nvSpPr>
          <p:cNvPr id="272695238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95300" y="1600200"/>
            <a:ext cx="89154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pt-BR"/>
              <a:t>Clique para editar os estilos do texto mestre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BR"/>
              <a:t>Segundo nível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BR"/>
              <a:t>Terceiro nível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BR"/>
              <a:t>Quarto nível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1760019931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95300" y="6245225"/>
            <a:ext cx="2311399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38988993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5127309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099300" y="6245225"/>
            <a:ext cx="2311399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pt-BR" sz="1400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54024" name="Rectangle 2"/>
          <p:cNvSpPr>
            <a:spLocks noChangeShapeType="1" noGrp="1"/>
          </p:cNvSpPr>
          <p:nvPr>
            <p:ph type="title" idx="0"/>
          </p:nvPr>
        </p:nvSpPr>
        <p:spPr bwMode="auto">
          <a:xfrm>
            <a:off x="495300" y="274637"/>
            <a:ext cx="89154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BR"/>
              <a:t>Clique para editar o estilo do título mestre</a:t>
            </a:r>
            <a:endParaRPr/>
          </a:p>
        </p:txBody>
      </p:sp>
      <p:sp>
        <p:nvSpPr>
          <p:cNvPr id="1608561684" name="Rectangle 3"/>
          <p:cNvSpPr>
            <a:spLocks noChangeShapeType="1" noGrp="1"/>
          </p:cNvSpPr>
          <p:nvPr>
            <p:ph type="body" idx="1"/>
          </p:nvPr>
        </p:nvSpPr>
        <p:spPr bwMode="auto">
          <a:xfrm>
            <a:off x="495300" y="1600200"/>
            <a:ext cx="89154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  <a:defRPr/>
            </a:pPr>
            <a:r>
              <a:rPr lang="pt-BR"/>
              <a:t>Clique para editar os estilos do texto mestre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BR"/>
              <a:t>Segundo nível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BR"/>
              <a:t>Terceiro nível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BR"/>
              <a:t>Quarto nível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2023186582" name="Rectangle 4"/>
          <p:cNvSpPr>
            <a:spLocks noChangeShapeType="1" noGrp="1"/>
          </p:cNvSpPr>
          <p:nvPr>
            <p:ph type="dt" idx="2"/>
          </p:nvPr>
        </p:nvSpPr>
        <p:spPr bwMode="auto">
          <a:xfrm>
            <a:off x="495300" y="6245225"/>
            <a:ext cx="2311399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553752251" name="Rectangle 5"/>
          <p:cNvSpPr>
            <a:spLocks noChangeShapeType="1" noGrp="1"/>
          </p:cNvSpPr>
          <p:nvPr>
            <p:ph type="ft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453747769" name="Rectangle 6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099300" y="6245225"/>
            <a:ext cx="2311399" cy="4762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pt-BR" sz="14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4400" b="0" i="0">
          <a:solidFill>
            <a:schemeClr val="dk2"/>
          </a:solidFill>
          <a:latin typeface="Arial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4400" b="0" i="0">
          <a:solidFill>
            <a:schemeClr val="dk2"/>
          </a:solidFill>
          <a:latin typeface="Arial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4400" b="0" i="0">
          <a:solidFill>
            <a:schemeClr val="dk2"/>
          </a:solidFill>
          <a:latin typeface="Arial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4400" b="0" i="0">
          <a:solidFill>
            <a:schemeClr val="dk2"/>
          </a:solidFill>
          <a:latin typeface="Arial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4400" b="0" i="0">
          <a:solidFill>
            <a:schemeClr val="dk2"/>
          </a:solidFill>
          <a:latin typeface="Arial"/>
        </a:defRPr>
      </a:lvl5pPr>
      <a:lvl6pPr>
        <a:defRPr lang="pt-BR" sz="1800"/>
      </a:lvl6pPr>
      <a:lvl7pPr>
        <a:defRPr lang="pt-BR" sz="1800"/>
      </a:lvl7pPr>
      <a:lvl8pPr>
        <a:defRPr lang="pt-BR" sz="1800"/>
      </a:lvl8pPr>
      <a:lvl9pPr>
        <a:defRPr lang="pt-BR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Char char="•"/>
        <a:defRPr lang="pt-BR" sz="3200" b="0" i="0">
          <a:solidFill>
            <a:schemeClr val="dk1"/>
          </a:solidFill>
          <a:latin typeface="Arial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pt-BR" sz="2800" b="0" i="0">
          <a:solidFill>
            <a:schemeClr val="dk1"/>
          </a:solidFill>
          <a:latin typeface="Arial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har char="•"/>
        <a:defRPr lang="pt-BR" sz="2400" b="0" i="0">
          <a:solidFill>
            <a:schemeClr val="dk1"/>
          </a:solidFill>
          <a:latin typeface="Arial"/>
        </a:defRPr>
      </a:lvl3pPr>
      <a:lvl4pPr marL="16002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pt-BR" sz="2000" b="0" i="0">
          <a:solidFill>
            <a:schemeClr val="dk1"/>
          </a:solidFill>
          <a:latin typeface="Arial"/>
        </a:defRPr>
      </a:lvl4pPr>
      <a:lvl5pPr marL="20574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Char char="»"/>
        <a:defRPr lang="pt-BR" sz="2000" b="0" i="0">
          <a:solidFill>
            <a:schemeClr val="dk1"/>
          </a:solidFill>
          <a:latin typeface="Arial"/>
        </a:defRPr>
      </a:lvl5pPr>
      <a:lvl6pPr>
        <a:defRPr lang="pt-BR" sz="1800"/>
      </a:lvl6pPr>
      <a:lvl7pPr>
        <a:defRPr lang="pt-BR" sz="1800"/>
      </a:lvl7pPr>
      <a:lvl8pPr>
        <a:defRPr lang="pt-BR" sz="1800"/>
      </a:lvl8pPr>
      <a:lvl9pPr>
        <a:defRPr lang="pt-BR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1800" b="0" i="0">
          <a:solidFill>
            <a:schemeClr val="dk1"/>
          </a:solidFill>
          <a:latin typeface="Arial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1800" b="0" i="0">
          <a:solidFill>
            <a:schemeClr val="dk1"/>
          </a:solidFill>
          <a:latin typeface="Arial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1800" b="0" i="0">
          <a:solidFill>
            <a:schemeClr val="dk1"/>
          </a:solidFill>
          <a:latin typeface="Arial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1800" b="0" i="0">
          <a:solidFill>
            <a:schemeClr val="dk1"/>
          </a:solidFill>
          <a:latin typeface="Arial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pt-BR" sz="1800" b="0" i="0">
          <a:solidFill>
            <a:schemeClr val="dk1"/>
          </a:solidFill>
          <a:latin typeface="Arial"/>
        </a:defRPr>
      </a:lvl5pPr>
      <a:lvl6pPr>
        <a:defRPr lang="pt-BR" sz="1800"/>
      </a:lvl6pPr>
      <a:lvl7pPr>
        <a:defRPr lang="pt-BR" sz="1800"/>
      </a:lvl7pPr>
      <a:lvl8pPr>
        <a:defRPr lang="pt-BR" sz="1800"/>
      </a:lvl8pPr>
      <a:lvl9pPr>
        <a:defRPr lang="pt-BR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635229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990465120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Integrantes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/>
              <a:t>Kadmiel Jorge Ferreira da Cunha Tavares 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Nome do projeto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RodaGest</a:t>
            </a:r>
            <a:endParaRPr/>
          </a:p>
        </p:txBody>
      </p:sp>
      <p:sp>
        <p:nvSpPr>
          <p:cNvPr id="1608791523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99927911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43914894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1691498570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1080639691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800932686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164042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652923814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Objetivo do Software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/>
              <a:t>Desenvolver um sistema web para apoiar a gestão da rodas cunha, centralizando controle de clientes, estoque, serviços e informações administrativas em um único ambiente digital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Público Alvo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Equipe interna d Rodas cunha</a:t>
            </a:r>
            <a:endParaRPr/>
          </a:p>
        </p:txBody>
      </p:sp>
      <p:sp>
        <p:nvSpPr>
          <p:cNvPr id="532407637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88137611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262812166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610815796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560730691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944286607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832803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1028759105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Tecnologias Utilizadas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Python + Django – Desenvolvimento backend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HTML,CSS e JavaScript – </a:t>
            </a:r>
            <a:r>
              <a:rPr/>
              <a:t>Interface web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SQL</a:t>
            </a:r>
            <a:r>
              <a:rPr/>
              <a:t>ite – Banco de dados</a:t>
            </a:r>
            <a:endParaRPr/>
          </a:p>
        </p:txBody>
      </p:sp>
      <p:sp>
        <p:nvSpPr>
          <p:cNvPr id="1878363191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282963231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273432671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132554397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1907875990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237164713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008193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770375133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Cronograma Macro do Projeto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Fev-Mar: requisitos e planejamento 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Mar-Abril: arquitetura e módulos principais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Abril-Ma</a:t>
            </a:r>
            <a:r>
              <a:rPr/>
              <a:t>i: implementação e refinamento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Mai-Jun: ajustes finais e documentação</a:t>
            </a:r>
            <a:endParaRPr/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/>
              <a:t>Jun: </a:t>
            </a:r>
            <a:r>
              <a:rPr/>
              <a:t>entrega e apresentação</a:t>
            </a:r>
            <a:endParaRPr/>
          </a:p>
        </p:txBody>
      </p:sp>
      <p:sp>
        <p:nvSpPr>
          <p:cNvPr id="595093895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857582863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2045249767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2047909074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1536020844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498063669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195059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1728825264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Diagrama de Entidades de Relacionamento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/>
          </a:p>
        </p:txBody>
      </p:sp>
      <p:sp>
        <p:nvSpPr>
          <p:cNvPr id="70840946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839885416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133421106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427417922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1593561251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791500631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  <p:pic>
        <p:nvPicPr>
          <p:cNvPr id="132266382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43552" y="1588293"/>
            <a:ext cx="7853844" cy="4283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0801" name="Rectangle 2"/>
          <p:cNvSpPr>
            <a:spLocks noChangeShapeType="1" noGrp="1"/>
          </p:cNvSpPr>
          <p:nvPr>
            <p:ph type="ctrTitle"/>
          </p:nvPr>
        </p:nvSpPr>
        <p:spPr bwMode="auto">
          <a:xfrm>
            <a:off x="584200" y="404812"/>
            <a:ext cx="8893175" cy="863599"/>
          </a:xfrm>
          <a:prstGeom prst="rect">
            <a:avLst/>
          </a:prstGeom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en-US" sz="900" b="1" i="0" u="none">
                <a:solidFill>
                  <a:schemeClr val="lt2"/>
                </a:solidFill>
                <a:ea typeface="Arial"/>
              </a:rPr>
              <a:t>  </a:t>
            </a:r>
            <a:r>
              <a:rPr lang="pt-BR" sz="2000" b="1" i="0" u="none">
                <a:solidFill>
                  <a:schemeClr val="dk1"/>
                </a:solidFill>
                <a:ea typeface="Arial"/>
              </a:rPr>
              <a:t>Projeto Final de Curso</a:t>
            </a:r>
            <a:endParaRPr/>
          </a:p>
        </p:txBody>
      </p:sp>
      <p:sp>
        <p:nvSpPr>
          <p:cNvPr id="50656909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63575" y="1171575"/>
            <a:ext cx="8813800" cy="4948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pt-BR" sz="1600" b="1" i="0" u="sng"/>
              <a:t>Diagrama de Banco de Dados</a:t>
            </a: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 lang="en-US" sz="1600"/>
          </a:p>
          <a:p>
            <a:pPr marL="0" lvl="0" indent="0" algn="just">
              <a:spcBef>
                <a:spcPts val="0"/>
              </a:spcBef>
              <a:buNone/>
              <a:defRPr/>
            </a:pPr>
            <a:endParaRPr/>
          </a:p>
        </p:txBody>
      </p:sp>
      <p:sp>
        <p:nvSpPr>
          <p:cNvPr id="814804927" name="Text Box 5"/>
          <p:cNvSpPr txBox="1">
            <a:spLocks noChangeShapeType="1" noGrp="1"/>
          </p:cNvSpPr>
          <p:nvPr/>
        </p:nvSpPr>
        <p:spPr bwMode="auto">
          <a:xfrm>
            <a:off x="4376737" y="6237287"/>
            <a:ext cx="291465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193865570" name="Text Box 6"/>
          <p:cNvSpPr txBox="1">
            <a:spLocks noChangeShapeType="1" noGrp="1"/>
          </p:cNvSpPr>
          <p:nvPr/>
        </p:nvSpPr>
        <p:spPr bwMode="auto">
          <a:xfrm>
            <a:off x="3875087" y="6356350"/>
            <a:ext cx="3724275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000" b="1" i="0" u="none"/>
              <a:t>Engenharia de Software</a:t>
            </a:r>
            <a:endParaRPr/>
          </a:p>
        </p:txBody>
      </p:sp>
      <p:sp>
        <p:nvSpPr>
          <p:cNvPr id="1935032787" name="Line 8"/>
          <p:cNvSpPr>
            <a:spLocks noChangeShapeType="1" noGrp="1"/>
          </p:cNvSpPr>
          <p:nvPr/>
        </p:nvSpPr>
        <p:spPr bwMode="auto">
          <a:xfrm>
            <a:off x="741362" y="10525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pic>
        <p:nvPicPr>
          <p:cNvPr id="896941102" name="Imagem 8" descr="brasao_anhanguera.png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697912" y="6119812"/>
            <a:ext cx="700087" cy="669925"/>
          </a:xfrm>
          <a:prstGeom prst="rect">
            <a:avLst/>
          </a:prstGeom>
          <a:noFill/>
        </p:spPr>
      </p:pic>
      <p:sp>
        <p:nvSpPr>
          <p:cNvPr id="619089522" name="Line 8"/>
          <p:cNvSpPr>
            <a:spLocks noChangeShapeType="1" noGrp="1"/>
          </p:cNvSpPr>
          <p:nvPr/>
        </p:nvSpPr>
        <p:spPr bwMode="auto">
          <a:xfrm>
            <a:off x="820737" y="5967412"/>
            <a:ext cx="8656637" cy="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9985661" name="Text Box 5"/>
          <p:cNvSpPr txBox="1">
            <a:spLocks noChangeShapeType="1" noGrp="1"/>
          </p:cNvSpPr>
          <p:nvPr/>
        </p:nvSpPr>
        <p:spPr bwMode="auto">
          <a:xfrm>
            <a:off x="741362" y="6357937"/>
            <a:ext cx="2998787" cy="24606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Arial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Arial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Arial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Arial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Arial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000" b="1" i="0" u="none"/>
              <a:t>Projeto Final de Curso</a:t>
            </a:r>
            <a:endParaRPr/>
          </a:p>
        </p:txBody>
      </p:sp>
      <p:pic>
        <p:nvPicPr>
          <p:cNvPr id="60015183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84179" y="1588293"/>
            <a:ext cx="8129752" cy="4379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esign padrão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9999"/>
      </a:hlink>
      <a:folHlink>
        <a:srgbClr val="99CC00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LG Informática</dc:creator>
  <cp:lastModifiedBy/>
  <cp:revision>250</cp:revision>
  <dcterms:created xsi:type="dcterms:W3CDTF">2008-05-31T12:16:00Z</dcterms:created>
  <dcterms:modified xsi:type="dcterms:W3CDTF">2026-04-02T00:42:22Z</dcterms:modified>
</cp:coreProperties>
</file>